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Host Grotesk" panose="020B0604020202020204" charset="0"/>
      <p:regular r:id="rId11"/>
    </p:embeddedFont>
    <p:embeddedFont>
      <p:font typeface="Host Grotesk Bold" panose="020B0604020202020204" charset="0"/>
      <p:regular r:id="rId12"/>
    </p:embeddedFont>
    <p:embeddedFont>
      <p:font typeface="Host Grotesk Light" panose="020B0604020202020204" charset="0"/>
      <p:regular r:id="rId13"/>
    </p:embeddedFont>
    <p:embeddedFont>
      <p:font typeface="Host Grotesk Medium" panose="020B0604020202020204" charset="0"/>
      <p:regular r:id="rId14"/>
    </p:embeddedFont>
    <p:embeddedFont>
      <p:font typeface="Host Grotesk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881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C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87487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INTERNSHIP PROJECT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10769331" cy="312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0" kern="0" spc="-76" dirty="0">
                <a:solidFill>
                  <a:srgbClr val="12304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Text-to-Speech</a:t>
            </a:r>
            <a:endParaRPr lang="en-US" sz="7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7600" kern="0" spc="-76" dirty="0">
                <a:solidFill>
                  <a:srgbClr val="3B82C4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Conversion</a:t>
            </a:r>
            <a:endParaRPr lang="en-US" sz="7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7600" kern="0" spc="-76" dirty="0">
                <a:solidFill>
                  <a:srgbClr val="12304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Web Application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711182" y="4679851"/>
            <a:ext cx="5384566" cy="19050"/>
          </a:xfrm>
          <a:prstGeom prst="roundRect">
            <a:avLst>
              <a:gd name="adj" fmla="val 49999"/>
            </a:avLst>
          </a:prstGeom>
          <a:solidFill>
            <a:srgbClr val="12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1182" y="5137051"/>
            <a:ext cx="11378915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5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focused web application that turns written text into spoken audio.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11182" y="5984280"/>
            <a:ext cx="1137891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21" dirty="0">
                <a:solidFill>
                  <a:srgbClr val="587487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Rohan Sharma · B.Tech – Artificial Intelligence · ABESIT Ghaziabad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87487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PREMISE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 dirty="0">
                <a:solidFill>
                  <a:srgbClr val="12304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A simple web app that turns written text into speech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1687513"/>
            <a:ext cx="79754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5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short path from typed text to playable audio.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11182" y="2240855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1182" y="2489795"/>
            <a:ext cx="3284852" cy="19050"/>
          </a:xfrm>
          <a:prstGeom prst="rect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1182" y="2615505"/>
            <a:ext cx="328495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Web-based Text-to-Speech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1182" y="3378101"/>
            <a:ext cx="328495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Converts written text into spoken audio.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53322" y="2240855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53322" y="2489795"/>
            <a:ext cx="3284852" cy="19050"/>
          </a:xfrm>
          <a:prstGeom prst="rect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53322" y="2615505"/>
            <a:ext cx="328495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English and Hindi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53322" y="3093641"/>
            <a:ext cx="328495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Choose the language and voice.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95462" y="2240855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95462" y="2489795"/>
            <a:ext cx="3284852" cy="19050"/>
          </a:xfrm>
          <a:prstGeom prst="rect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195462" y="2615505"/>
            <a:ext cx="328495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Focused internship project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95462" y="3093641"/>
            <a:ext cx="3284951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React + Vite frontend with a Node.js/Express backend.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1182" y="3894931"/>
            <a:ext cx="1137891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21" dirty="0">
                <a:solidFill>
                  <a:srgbClr val="587487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Uses the ElevenLabs Text-to-Speech API.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87487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USER JOURNEY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 dirty="0">
                <a:solidFill>
                  <a:srgbClr val="12304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user journey is short, but complete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1916112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1182" y="2455863"/>
            <a:ext cx="343734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182" y="2933998"/>
            <a:ext cx="3589744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Enter or paste text.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53322" y="1916112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453322" y="2455863"/>
            <a:ext cx="328495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Measure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53322" y="2933998"/>
            <a:ext cx="3437348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See character and word counts.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3066" y="1916112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043066" y="2455863"/>
            <a:ext cx="343734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Choose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3066" y="2933998"/>
            <a:ext cx="3437348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 language and voice.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82" y="3615928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11182" y="4155678"/>
            <a:ext cx="343734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1182" y="4633813"/>
            <a:ext cx="3589744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Send a validated request for speech.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53322" y="3615928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453322" y="4155678"/>
            <a:ext cx="328495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Listen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53322" y="4633813"/>
            <a:ext cx="3284951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Play the generated audio or download it.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3066" y="3615928"/>
            <a:ext cx="117095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043066" y="4155678"/>
            <a:ext cx="343734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3066" y="4633813"/>
            <a:ext cx="3437348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Clear the form and start again.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1182" y="5603974"/>
            <a:ext cx="10769331" cy="732730"/>
          </a:xfrm>
          <a:prstGeom prst="rect">
            <a:avLst/>
          </a:prstGeom>
          <a:solidFill>
            <a:srgbClr val="FFFFFF"/>
          </a:solidFill>
          <a:ln w="6350">
            <a:solidFill>
              <a:srgbClr val="12304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95328" y="5832574"/>
            <a:ext cx="11010625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2304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Guardrails:</a:t>
            </a:r>
            <a:r>
              <a:rPr lang="en-US" sz="1400" dirty="0">
                <a:solidFill>
                  <a:srgbClr val="12304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input validation and API rate limiting.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4576" y="1687513"/>
            <a:ext cx="12700" cy="1699816"/>
          </a:xfrm>
          <a:prstGeom prst="rect">
            <a:avLst/>
          </a:prstGeom>
          <a:solidFill>
            <a:srgbClr val="12304A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884320" y="1687513"/>
            <a:ext cx="12700" cy="1699816"/>
          </a:xfrm>
          <a:prstGeom prst="rect">
            <a:avLst/>
          </a:prstGeom>
          <a:solidFill>
            <a:srgbClr val="12304A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11182" y="3380978"/>
            <a:ext cx="3589744" cy="12700"/>
          </a:xfrm>
          <a:prstGeom prst="rect">
            <a:avLst/>
          </a:prstGeom>
          <a:solidFill>
            <a:srgbClr val="12304A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294576" y="3387328"/>
            <a:ext cx="12700" cy="1975346"/>
          </a:xfrm>
          <a:prstGeom prst="rect">
            <a:avLst/>
          </a:prstGeom>
          <a:solidFill>
            <a:srgbClr val="12304A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300926" y="3380978"/>
            <a:ext cx="3589744" cy="12700"/>
          </a:xfrm>
          <a:prstGeom prst="rect">
            <a:avLst/>
          </a:prstGeom>
          <a:solidFill>
            <a:srgbClr val="12304A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884320" y="3387328"/>
            <a:ext cx="12700" cy="1975346"/>
          </a:xfrm>
          <a:prstGeom prst="rect">
            <a:avLst/>
          </a:prstGeom>
          <a:solidFill>
            <a:srgbClr val="12304A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890670" y="3380978"/>
            <a:ext cx="3589744" cy="12700"/>
          </a:xfrm>
          <a:prstGeom prst="rect">
            <a:avLst/>
          </a:prstGeom>
          <a:solidFill>
            <a:srgbClr val="12304A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9266" y="403123"/>
            <a:ext cx="10851248" cy="599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 dirty="0">
                <a:solidFill>
                  <a:srgbClr val="12304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stack separates the interface from the speech engine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1081548"/>
            <a:ext cx="7975400" cy="462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Each layer has a focused role, from the React interface to the ElevenLabs API.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547932"/>
              </p:ext>
            </p:extLst>
          </p:nvPr>
        </p:nvGraphicFramePr>
        <p:xfrm>
          <a:off x="711181" y="1543666"/>
          <a:ext cx="6486033" cy="5098036"/>
        </p:xfrm>
        <a:graphic>
          <a:graphicData uri="http://schemas.openxmlformats.org/drawingml/2006/table">
            <a:tbl>
              <a:tblPr/>
              <a:tblGrid>
                <a:gridCol w="2162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2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2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05" dirty="0">
                          <a:solidFill>
                            <a:srgbClr val="58748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LAYER</a:t>
                      </a: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05" dirty="0">
                          <a:solidFill>
                            <a:srgbClr val="58748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TECHNOLOGY</a:t>
                      </a: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Frontend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React + Vite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Styling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Bootstrap + CSS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Backend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Node.js + Express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TTS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ElevenLabs API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Deployment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Vercel + Render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API testing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Postman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75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Version control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04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Git + GitHub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77796" marT="101598" marB="101598" anchor="ctr">
                    <a:lnL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A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87487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 dirty="0">
                <a:solidFill>
                  <a:srgbClr val="12304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Text moves through five clear system stages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1940917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20152" y="1916112"/>
            <a:ext cx="17448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0152" y="2394248"/>
            <a:ext cx="174481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User enters text and chooses language and voice.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64969" y="1940917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73938" y="1916112"/>
            <a:ext cx="17449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Express 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73938" y="2394248"/>
            <a:ext cx="174491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React sends the request to the backend.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18855" y="1687513"/>
            <a:ext cx="2153886" cy="2872978"/>
          </a:xfrm>
          <a:prstGeom prst="rect">
            <a:avLst/>
          </a:prstGeom>
          <a:solidFill>
            <a:srgbClr val="1C52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247449" y="1940917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56419" y="1916112"/>
            <a:ext cx="128772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ElevenLabs TTS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56419" y="2678708"/>
            <a:ext cx="1287728" cy="1653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Express validates the request and calls the external speech engine.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2741" y="1940917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1710" y="1916112"/>
            <a:ext cx="17449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Generated MP3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1710" y="2394248"/>
            <a:ext cx="174491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API returns generated MP3 audio.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627" y="1940917"/>
            <a:ext cx="840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35596" y="1916112"/>
            <a:ext cx="174481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React player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35596" y="2394248"/>
            <a:ext cx="174481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frontend loads the audio into a React player.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87487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 SURFACE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 dirty="0">
                <a:solidFill>
                  <a:srgbClr val="12304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Three endpoints keep the backend focused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182" y="1687513"/>
            <a:ext cx="3386549" cy="2438896"/>
          </a:xfrm>
          <a:prstGeom prst="rect">
            <a:avLst/>
          </a:prstGeom>
          <a:solidFill>
            <a:srgbClr val="FFFFFF"/>
          </a:solidFill>
          <a:ln w="19050">
            <a:solidFill>
              <a:srgbClr val="C9D2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58826" y="1960562"/>
            <a:ext cx="2891261" cy="781050"/>
          </a:xfrm>
          <a:prstGeom prst="rect">
            <a:avLst/>
          </a:prstGeom>
          <a:solidFill>
            <a:srgbClr val="E3EC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8826" y="2722563"/>
            <a:ext cx="2891261" cy="19050"/>
          </a:xfrm>
          <a:prstGeom prst="rect">
            <a:avLst/>
          </a:prstGeom>
          <a:solidFill>
            <a:srgbClr val="C9D2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305389" y="2189163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8826" y="2849563"/>
            <a:ext cx="289126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3445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GET /api/health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8826" y="3327698"/>
            <a:ext cx="3138905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Service health check.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2523" y="1687513"/>
            <a:ext cx="3386549" cy="2438896"/>
          </a:xfrm>
          <a:prstGeom prst="rect">
            <a:avLst/>
          </a:prstGeom>
          <a:solidFill>
            <a:srgbClr val="FFFFFF"/>
          </a:solidFill>
          <a:ln w="19050">
            <a:solidFill>
              <a:srgbClr val="C9D2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50167" y="1960562"/>
            <a:ext cx="2891261" cy="781050"/>
          </a:xfrm>
          <a:prstGeom prst="rect">
            <a:avLst/>
          </a:prstGeom>
          <a:solidFill>
            <a:srgbClr val="E3EC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50167" y="2722563"/>
            <a:ext cx="2891261" cy="19050"/>
          </a:xfrm>
          <a:prstGeom prst="rect">
            <a:avLst/>
          </a:prstGeom>
          <a:solidFill>
            <a:srgbClr val="C9D2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96730" y="2189163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50167" y="2849563"/>
            <a:ext cx="289126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3445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POST /api/tts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50167" y="3327698"/>
            <a:ext cx="2891261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Validate text and request speech generation.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3865" y="1687513"/>
            <a:ext cx="3386549" cy="2438896"/>
          </a:xfrm>
          <a:prstGeom prst="rect">
            <a:avLst/>
          </a:prstGeom>
          <a:solidFill>
            <a:srgbClr val="FFFFFF"/>
          </a:solidFill>
          <a:ln w="19050">
            <a:solidFill>
              <a:srgbClr val="C9D2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341509" y="1960562"/>
            <a:ext cx="2891261" cy="781050"/>
          </a:xfrm>
          <a:prstGeom prst="rect">
            <a:avLst/>
          </a:prstGeom>
          <a:solidFill>
            <a:srgbClr val="E3EC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41509" y="2722563"/>
            <a:ext cx="2891261" cy="19050"/>
          </a:xfrm>
          <a:prstGeom prst="rect">
            <a:avLst/>
          </a:prstGeom>
          <a:solidFill>
            <a:srgbClr val="C9D2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688072" y="2189163"/>
            <a:ext cx="8077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8748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41509" y="2849563"/>
            <a:ext cx="2891261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3445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GET /api/voices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41509" y="3327698"/>
            <a:ext cx="3138905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Retrieve available voice options.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1182" y="5116314"/>
            <a:ext cx="10769331" cy="19050"/>
          </a:xfrm>
          <a:prstGeom prst="roundRect">
            <a:avLst>
              <a:gd name="adj" fmla="val 49999"/>
            </a:avLst>
          </a:prstGeom>
          <a:solidFill>
            <a:srgbClr val="12304A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11182" y="5598914"/>
            <a:ext cx="10769331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5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backend validates the request, communicates with ElevenLabs, receives the generated audio, and returns it to the frontend.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96253" cy="3276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7" y="127000"/>
            <a:ext cx="3942259" cy="2809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997" y="2936280"/>
            <a:ext cx="406925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21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Home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501045" y="0"/>
            <a:ext cx="4196253" cy="3276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042" y="127000"/>
            <a:ext cx="3942259" cy="2809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28042" y="2936280"/>
            <a:ext cx="406925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21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Text input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0" y="3581400"/>
            <a:ext cx="4196253" cy="3276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97" y="3708400"/>
            <a:ext cx="3942259" cy="28092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6997" y="6517680"/>
            <a:ext cx="406925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21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Generated audio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4501045" y="3581400"/>
            <a:ext cx="4196253" cy="3276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/>
          <p:nvPr/>
        </p:nvSpPr>
        <p:spPr>
          <a:xfrm>
            <a:off x="4628042" y="4531122"/>
            <a:ext cx="4069256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23445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FLOW SUMMARY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4628042" y="4879082"/>
            <a:ext cx="394225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3445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Application flow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28042" y="5357217"/>
            <a:ext cx="3942259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23445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Text input</a:t>
            </a: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→ </a:t>
            </a:r>
            <a:r>
              <a:rPr lang="en-US" sz="1400" b="1" dirty="0">
                <a:solidFill>
                  <a:srgbClr val="23445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Language &amp; voice</a:t>
            </a: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→ </a:t>
            </a:r>
            <a:r>
              <a:rPr lang="en-US" sz="1400" b="1" dirty="0">
                <a:solidFill>
                  <a:srgbClr val="23445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Generate</a:t>
            </a: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→ </a:t>
            </a:r>
            <a:r>
              <a:rPr lang="en-US" sz="1400" b="1" dirty="0">
                <a:solidFill>
                  <a:srgbClr val="23445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Audio player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9484579" y="177800"/>
            <a:ext cx="2707116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87487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INTERFACE EVIDENCE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484579" y="525760"/>
            <a:ext cx="2224528" cy="2887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 dirty="0">
                <a:solidFill>
                  <a:srgbClr val="12304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The interface is built around one visible outcome: playable audio</a:t>
            </a:r>
            <a:endParaRPr lang="en-US" sz="2900" dirty="0"/>
          </a:p>
        </p:txBody>
      </p:sp>
      <p:sp>
        <p:nvSpPr>
          <p:cNvPr id="17" name="Text 12"/>
          <p:cNvSpPr/>
          <p:nvPr/>
        </p:nvSpPr>
        <p:spPr>
          <a:xfrm>
            <a:off x="9484579" y="3679627"/>
            <a:ext cx="222452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9000"/>
              </a:lnSpc>
              <a:spcAft>
                <a:spcPts val="1850"/>
              </a:spcAft>
              <a:buNone/>
            </a:pP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2304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87487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DELIVERY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10769331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0" spc="-46" dirty="0">
                <a:solidFill>
                  <a:srgbClr val="12304A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Deployed as a complete,</a:t>
            </a:r>
            <a:endParaRPr lang="en-US" sz="4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4600" kern="0" spc="-46" dirty="0">
                <a:solidFill>
                  <a:srgbClr val="3B82C4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usable project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711182" y="2581374"/>
            <a:ext cx="5384566" cy="19050"/>
          </a:xfrm>
          <a:prstGeom prst="roundRect">
            <a:avLst>
              <a:gd name="adj" fmla="val 49999"/>
            </a:avLst>
          </a:prstGeom>
          <a:solidFill>
            <a:srgbClr val="1230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1182" y="3114774"/>
            <a:ext cx="4640444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587487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Deployment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11182" y="3681809"/>
            <a:ext cx="4640444" cy="1302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Frontend: Vercel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Backend: Render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Source code: GitHub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API collection: Postman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08716" y="2886174"/>
            <a:ext cx="5671698" cy="232638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38907" y="3190974"/>
            <a:ext cx="5011314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587487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138907" y="3758009"/>
            <a:ext cx="5011314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23445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project successfully provides a functional web-based Text-to-Speech system with a React frontend, Express backend, and ElevenLabs API integration.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447</Words>
  <Application>Microsoft Office PowerPoint</Application>
  <PresentationFormat>Widescreen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Host Grotesk Bold</vt:lpstr>
      <vt:lpstr>Host Grotesk Medium</vt:lpstr>
      <vt:lpstr>Host Grotesk</vt:lpstr>
      <vt:lpstr>Host Grotesk Light</vt:lpstr>
      <vt:lpstr>Host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Rohan sharma</cp:lastModifiedBy>
  <cp:revision>2</cp:revision>
  <dcterms:created xsi:type="dcterms:W3CDTF">2026-09-20T14:12:05Z</dcterms:created>
  <dcterms:modified xsi:type="dcterms:W3CDTF">2026-09-20T14:14:37Z</dcterms:modified>
</cp:coreProperties>
</file>